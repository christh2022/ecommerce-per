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: Titre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: Contexte et Problématique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: Solution - Dashboard Interactif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Suite : Modules d'Analyse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3bis : Visualisations 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: Fonctionnalités Techniques Clés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: Architecture Technique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Suite :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: Résultats et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: Roadmap et 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Suite : 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E-commerce Analytics</dc:title>
  <dc:subject>PptxGenJS Presentation</dc:subject>
  <dc:creator>Created by Marp</dc:creator>
  <cp:lastModifiedBy>Created by Marp</cp:lastModifiedBy>
  <cp:revision>1</cp:revision>
  <dcterms:created xsi:type="dcterms:W3CDTF">2026-01-29T08:40:54Z</dcterms:created>
  <dcterms:modified xsi:type="dcterms:W3CDTF">2026-01-29T08:40:54Z</dcterms:modified>
</cp:coreProperties>
</file>